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Core idea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326880" y="274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274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Generate-then-Select: Recall = Generate + Recognize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title + year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1645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Generate candidates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(sampling)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64592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645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Recognize and select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921240" y="16459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2124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07568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35040" y="207568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07568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24612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failure: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correct answer is never produced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failure: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produced, but not chosen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as measurement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17720" y="358444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1772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0690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the true answer among distractors: how much does the model recognize? This is the ceiling.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Distractors must not depend on the model or on the method being tested.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72200" y="33832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 as method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241280" y="358444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4128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2–3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0690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are the model's own samples, so the true answer may be missing.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is capped by coverage: did the answer ever enter the pool?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both failure types across citation bins, then beat direct answering and CoT at matched compute. Keep the two MC roles apart, or the argument becomes circular.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Step 1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326880" y="274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274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 Trustworthy Multiple-Choice Test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Distractor ladder: each level removes one more shortcut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4825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F9D3CB"/>
          </a:solidFill>
          <a:ln w="12700">
            <a:solidFill>
              <a:srgbClr val="F9D3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482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0116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same-field names (old design)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level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68833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F6B9AC"/>
          </a:solidFill>
          <a:ln w="12700">
            <a:solidFill>
              <a:srgbClr val="F6B9A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68833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65176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team of another same-field paper, same # of authors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team coherence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32841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F19F8E"/>
          </a:solidFill>
          <a:ln w="12700">
            <a:solidFill>
              <a:srgbClr val="F19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3284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2918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+ similar publication year (±2)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era and name-format cues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96849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C8670"/>
          </a:solidFill>
          <a:ln w="12700">
            <a:solidFill>
              <a:srgbClr val="EC86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96849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393192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+ most similar title, matched on team prominence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topic and famous-name cues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460857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77058"/>
          </a:solidFill>
          <a:ln w="12700">
            <a:solidFill>
              <a:srgbClr val="E770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6085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57200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team with one author swapped for a real collaborator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paper vs. just the group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6766560" cy="548640"/>
          </a:xfrm>
          <a:prstGeom prst="roundRect">
            <a:avLst>
              <a:gd name="adj" fmla="val 1333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5248656"/>
            <a:ext cx="566928" cy="384048"/>
          </a:xfrm>
          <a:prstGeom prst="roundRect">
            <a:avLst>
              <a:gd name="adj" fmla="val 14286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52486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2120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model's own wrong answers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hardest; matches the method setting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155448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095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(should be near chance)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2057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title: options only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swap: another paper's title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trials: truth removed, "none of the above" is correct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356616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09560" y="36758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909560" y="400507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cyclic option orders; recognized = correct in most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Formats: joint MC · yes/no (d′) · likelihood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80960" y="4892040"/>
            <a:ext cx="3977640" cy="868680"/>
          </a:xfrm>
          <a:prstGeom prst="roundRect">
            <a:avLst>
              <a:gd name="adj" fmla="val 8421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0" y="495604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8915400" y="49834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metric: pairwise AUC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correct–incorrect pairs ranked correctly; works for every format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by citation bin per level (L0 vs. L3/L4 gap = heuristic inflation), plus a per-paper “recognized” label. First replicate L0 on GPT-4o to match the old 79%.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Step 2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326880" y="274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274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Where Does Recall Fail?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27632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answer + k samples at a few temperatures (k up to 50–100).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53512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Coverage@k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correct first author appear in at least one of k samples? Use the unbiased pass@k estimator.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279392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Chance baseline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paper A's pool against paper B's true authors (same field and period). Common surnames like “J. Wang” match by luck as k grows, so report coverage net of this.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852160" y="1554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profiles per paper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2160" y="196596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212848"/>
            <a:ext cx="201168" cy="201168"/>
          </a:xfrm>
          <a:prstGeom prst="ellipse">
            <a:avLst/>
          </a:prstGeom>
          <a:solidFill>
            <a:srgbClr val="7A7E94"/>
          </a:solidFill>
          <a:ln w="12700">
            <a:solidFill>
              <a:srgbClr val="7A7E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82512" y="2130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recall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25877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answer is correct.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Nothing to fix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196596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2212848"/>
            <a:ext cx="201168" cy="201168"/>
          </a:xfrm>
          <a:prstGeom prst="ellipse">
            <a:avLst/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54312" y="21305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Reachable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25877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is wrong, but the answer appears in the samples.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1546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Fix with selection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52160" y="379476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041648"/>
            <a:ext cx="201168" cy="201168"/>
          </a:xfrm>
          <a:prstGeom prst="ellipse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82512" y="3959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Recognized but unreachable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80760" y="4416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sampled, but recognized in Step 1.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8076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0A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Needs better generation (cues)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23960" y="3794760"/>
            <a:ext cx="2834640" cy="1645920"/>
          </a:xfrm>
          <a:prstGeom prst="roundRect">
            <a:avLst>
              <a:gd name="adj" fmla="val 4444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4041648"/>
            <a:ext cx="201168" cy="201168"/>
          </a:xfrm>
          <a:prstGeom prst="ellipse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54312" y="39593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recognized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052560" y="44165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Fails even hard-distractor recognition.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52560" y="49834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Probably not stored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figure: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stacked share of the four profiles by citation bin, for several k: where the recoverable space sits, whether it needs selection or generation, and where the “empty shelves” begin.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Step 3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326880" y="274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274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Raise Coverage, Then Select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19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Generation: raise coverage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at equal compute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and top-p sweeps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formats: QA, “Title: … Authors: …”, reference-list style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 prompting: “an author not in this list”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Decomposed: first author alone; co-authors given one author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First-letter cues: the true letter is a diagnostic only; trying all 26 (or top-k first tokens) and then selecting is a legitimate method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190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Selection: pick from the pool</a:t>
            </a:r>
            <a:endParaRPr lang="en-US" sz="17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scoring finds the true answer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46888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MC over unique candidates + “none of the above”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P(True) for each candidate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 likelihood: log P(name | title) − log P(name | blank title)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 → title score vs. title → authors (reversal test)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vote as the baseline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DF0ED"/>
          </a:solidFill>
          <a:ln w="12700">
            <a:solidFill>
              <a:srgbClr val="FDF0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138928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Must-check ablation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selection beat majority vote? If not, recognition adds nothing beyond frequency.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937760" y="5029200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5138928"/>
            <a:ext cx="6263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accuracy given coverage · efficiency = (selected − greedy) / (coverage − greedy) · vs. greedy, few-shot, CoT/thinking and self-consistency at matched tokens · accuracy vs. answer 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Plan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326880" y="27432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F1F2FB"/>
          </a:solidFill>
          <a:ln w="12700">
            <a:solidFill>
              <a:srgbClr val="F1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0" y="274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 </a:t>
            </a:r>
            <a:pPr algn="ctr"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and Decision Points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7980  ·  Enhancing Memory of LLMs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23360" y="1508760"/>
            <a:ext cx="848563" cy="2240280"/>
          </a:xfrm>
          <a:prstGeom prst="rect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71923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20486" y="1508760"/>
            <a:ext cx="848563" cy="2240280"/>
          </a:xfrm>
          <a:prstGeom prst="rect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20486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69050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17613" y="1508760"/>
            <a:ext cx="848563" cy="2240280"/>
          </a:xfrm>
          <a:prstGeom prst="rect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17613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14739" y="1508760"/>
            <a:ext cx="848563" cy="2240280"/>
          </a:xfrm>
          <a:prstGeom prst="rect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14739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963302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811866" y="1508760"/>
            <a:ext cx="848563" cy="2240280"/>
          </a:xfrm>
          <a:prstGeom prst="rect">
            <a:avLst/>
          </a:prstGeom>
          <a:solidFill>
            <a:srgbClr val="F3F4FA"/>
          </a:solidFill>
          <a:ln w="12700">
            <a:solidFill>
              <a:srgbClr val="F3F4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811866" y="1572768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20179" y="1892808"/>
            <a:ext cx="146304" cy="146304"/>
          </a:xfrm>
          <a:prstGeom prst="diamond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6170" y="2075688"/>
            <a:ext cx="121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617306" y="1892808"/>
            <a:ext cx="146304" cy="146304"/>
          </a:xfrm>
          <a:prstGeom prst="diamond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83296" y="2075688"/>
            <a:ext cx="121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162995" y="1892808"/>
            <a:ext cx="146304" cy="146304"/>
          </a:xfrm>
          <a:prstGeom prst="diamond">
            <a:avLst/>
          </a:prstGeom>
          <a:solidFill>
            <a:srgbClr val="F0A030"/>
          </a:solidFill>
          <a:ln w="12700">
            <a:solidFill>
              <a:srgbClr val="F0A0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28986" y="2075688"/>
            <a:ext cx="12143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paper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2395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Pilot: sample many answers, check coverage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59936" y="2423160"/>
            <a:ext cx="2472538" cy="201168"/>
          </a:xfrm>
          <a:prstGeom prst="roundRect">
            <a:avLst>
              <a:gd name="adj" fmla="val 27273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27340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MC test with controls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08499" y="2761488"/>
            <a:ext cx="2472538" cy="201168"/>
          </a:xfrm>
          <a:prstGeom prst="roundRect">
            <a:avLst>
              <a:gd name="adj" fmla="val 27273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0723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failures: never generated vs. not chosen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05626" y="3099816"/>
            <a:ext cx="2472538" cy="201168"/>
          </a:xfrm>
          <a:prstGeom prst="roundRect">
            <a:avLst>
              <a:gd name="adj" fmla="val 27273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410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methods vs. baselines at equal cost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02752" y="3438144"/>
            <a:ext cx="3321101" cy="201168"/>
          </a:xfrm>
          <a:prstGeom prst="roundRect">
            <a:avLst>
              <a:gd name="adj" fmla="val 27273"/>
            </a:avLst>
          </a:prstGeom>
          <a:solidFill>
            <a:srgbClr val="E2614A"/>
          </a:solidFill>
          <a:ln w="12700">
            <a:solidFill>
              <a:srgbClr val="E2614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Minyan Xu  ·  Generate-then-select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389120"/>
            <a:ext cx="2075688" cy="1783080"/>
          </a:xfrm>
          <a:prstGeom prst="roundRect">
            <a:avLst>
              <a:gd name="adj" fmla="val 410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3232" y="4526280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Low-citation recognition ≈ chance under hard distractors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Inverted U holds; focus on the middle bins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07208" y="4389120"/>
            <a:ext cx="2075688" cy="1783080"/>
          </a:xfrm>
          <a:prstGeom prst="roundRect">
            <a:avLst>
              <a:gd name="adj" fmla="val 410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971800" y="4526280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high while all controls ≈ chance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Latent knowledge in the deep tail; push cue-based generation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65776" y="4389120"/>
            <a:ext cx="2075688" cy="1783080"/>
          </a:xfrm>
          <a:prstGeom prst="roundRect">
            <a:avLst>
              <a:gd name="adj" fmla="val 410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230368" y="4526280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“Reachable” dominates the middle bins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Selection should beat CoT at equal compute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324344" y="4389120"/>
            <a:ext cx="2075688" cy="1783080"/>
          </a:xfrm>
          <a:prstGeom prst="roundRect">
            <a:avLst>
              <a:gd name="adj" fmla="val 410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88936" y="4526280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“Recognized but unreachable” is large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Hand these papers to the steering and J-Lens tracks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582912" y="4389120"/>
            <a:ext cx="2075688" cy="1783080"/>
          </a:xfrm>
          <a:prstGeom prst="roundRect">
            <a:avLst>
              <a:gd name="adj" fmla="val 4103"/>
            </a:avLst>
          </a:prstGeom>
          <a:solidFill>
            <a:srgbClr val="F7F7FB"/>
          </a:solidFill>
          <a:ln w="12700">
            <a:solidFill>
              <a:srgbClr val="F7F7F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47504" y="4526280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26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≈ majority vote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Shift focus to generation and measurement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Generate-then-Select</dc:title>
  <dc:subject>PptxGenJS Presentation</dc:subject>
  <dc:creator>PptxGenJS</dc:creator>
  <cp:lastModifiedBy>PptxGenJS</cp:lastModifiedBy>
  <cp:revision>1</cp:revision>
  <dcterms:created xsi:type="dcterms:W3CDTF">2026-10-05T21:29:12Z</dcterms:created>
  <dcterms:modified xsi:type="dcterms:W3CDTF">2026-10-05T21:29:12Z</dcterms:modified>
</cp:coreProperties>
</file>